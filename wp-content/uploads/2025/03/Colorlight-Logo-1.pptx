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卡莱特-海外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40790"/>
            <a:ext cx="12192000" cy="43757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 Black</vt:lpstr>
      <vt:lpstr>微软雅黑</vt:lpstr>
      <vt:lpstr>Arial Unicode MS</vt:lpstr>
      <vt:lpstr>黑体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clt</dc:creator>
  <cp:lastModifiedBy>clt</cp:lastModifiedBy>
  <cp:revision>3</cp:revision>
  <dcterms:created xsi:type="dcterms:W3CDTF">2019-09-19T02:01:00Z</dcterms:created>
  <dcterms:modified xsi:type="dcterms:W3CDTF">2023-09-14T13:41:52Z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2052-11.8.2.10912</vt:lpwstr>
  </property>
  <property fmtid="{D5CDD505-2E9C-101B-9397-08002B2CF9AE}" pid="3" name="ICV">
    <vt:lpwstr>11210AAC2FDE440A874C7587C0B338F6</vt:lpwstr>
  </property>
</Properties>
</file>